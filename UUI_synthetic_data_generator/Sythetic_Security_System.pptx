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6588"/>
    <a:srgbClr val="8FD0ED"/>
    <a:srgbClr val="946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CADC7-C24E-4164-B5B4-5F64E191AC17}" v="7" dt="2026-08-11T23:42:56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6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lms, JP" userId="31985291-2432-4aa5-a91d-947fb203c179" providerId="ADAL" clId="{EECB6E60-C1A0-44E1-8931-A135A9943E76}"/>
    <pc:docChg chg="custSel modSld">
      <pc:chgData name="Nelms, JP" userId="31985291-2432-4aa5-a91d-947fb203c179" providerId="ADAL" clId="{EECB6E60-C1A0-44E1-8931-A135A9943E76}" dt="2026-08-11T23:43:41.663" v="288" actId="478"/>
      <pc:docMkLst>
        <pc:docMk/>
      </pc:docMkLst>
      <pc:sldChg chg="addSp delSp modSp mod">
        <pc:chgData name="Nelms, JP" userId="31985291-2432-4aa5-a91d-947fb203c179" providerId="ADAL" clId="{EECB6E60-C1A0-44E1-8931-A135A9943E76}" dt="2026-08-11T23:43:41.663" v="288" actId="478"/>
        <pc:sldMkLst>
          <pc:docMk/>
          <pc:sldMk cId="995457439" sldId="256"/>
        </pc:sldMkLst>
        <pc:spChg chg="mod">
          <ac:chgData name="Nelms, JP" userId="31985291-2432-4aa5-a91d-947fb203c179" providerId="ADAL" clId="{EECB6E60-C1A0-44E1-8931-A135A9943E76}" dt="2026-08-11T23:40:15.468" v="48" actId="1076"/>
          <ac:spMkLst>
            <pc:docMk/>
            <pc:sldMk cId="995457439" sldId="256"/>
            <ac:spMk id="15" creationId="{74BFCCFE-A089-9D51-D37A-DEA44DBDBFBA}"/>
          </ac:spMkLst>
        </pc:spChg>
        <pc:spChg chg="add mod">
          <ac:chgData name="Nelms, JP" userId="31985291-2432-4aa5-a91d-947fb203c179" providerId="ADAL" clId="{EECB6E60-C1A0-44E1-8931-A135A9943E76}" dt="2026-08-11T23:39:30.828" v="11" actId="404"/>
          <ac:spMkLst>
            <pc:docMk/>
            <pc:sldMk cId="995457439" sldId="256"/>
            <ac:spMk id="42" creationId="{CE1D8C30-047F-30BB-1D5C-DD688B882CA5}"/>
          </ac:spMkLst>
        </pc:spChg>
        <pc:spChg chg="add mod">
          <ac:chgData name="Nelms, JP" userId="31985291-2432-4aa5-a91d-947fb203c179" providerId="ADAL" clId="{EECB6E60-C1A0-44E1-8931-A135A9943E76}" dt="2026-08-11T23:39:56.880" v="47" actId="1076"/>
          <ac:spMkLst>
            <pc:docMk/>
            <pc:sldMk cId="995457439" sldId="256"/>
            <ac:spMk id="43" creationId="{19DC17A2-E457-A755-D054-20281A912D96}"/>
          </ac:spMkLst>
        </pc:spChg>
        <pc:spChg chg="add mod">
          <ac:chgData name="Nelms, JP" userId="31985291-2432-4aa5-a91d-947fb203c179" providerId="ADAL" clId="{EECB6E60-C1A0-44E1-8931-A135A9943E76}" dt="2026-08-11T23:39:49.266" v="41" actId="1076"/>
          <ac:spMkLst>
            <pc:docMk/>
            <pc:sldMk cId="995457439" sldId="256"/>
            <ac:spMk id="44" creationId="{AE9699B7-ED38-39D4-0EF5-922A1BE01192}"/>
          </ac:spMkLst>
        </pc:spChg>
        <pc:spChg chg="add mod">
          <ac:chgData name="Nelms, JP" userId="31985291-2432-4aa5-a91d-947fb203c179" providerId="ADAL" clId="{EECB6E60-C1A0-44E1-8931-A135A9943E76}" dt="2026-08-11T23:39:52.848" v="46" actId="20577"/>
          <ac:spMkLst>
            <pc:docMk/>
            <pc:sldMk cId="995457439" sldId="256"/>
            <ac:spMk id="45" creationId="{DD3B3D8A-7B30-3B95-EDC7-80E8EB28846F}"/>
          </ac:spMkLst>
        </pc:spChg>
        <pc:spChg chg="add mod">
          <ac:chgData name="Nelms, JP" userId="31985291-2432-4aa5-a91d-947fb203c179" providerId="ADAL" clId="{EECB6E60-C1A0-44E1-8931-A135A9943E76}" dt="2026-08-11T23:41:47.565" v="106" actId="1076"/>
          <ac:spMkLst>
            <pc:docMk/>
            <pc:sldMk cId="995457439" sldId="256"/>
            <ac:spMk id="49" creationId="{1367397D-3A7B-E025-CBFE-82E52B08C5D2}"/>
          </ac:spMkLst>
        </pc:spChg>
        <pc:spChg chg="add mod">
          <ac:chgData name="Nelms, JP" userId="31985291-2432-4aa5-a91d-947fb203c179" providerId="ADAL" clId="{EECB6E60-C1A0-44E1-8931-A135A9943E76}" dt="2026-08-11T23:42:39.742" v="213" actId="1076"/>
          <ac:spMkLst>
            <pc:docMk/>
            <pc:sldMk cId="995457439" sldId="256"/>
            <ac:spMk id="53" creationId="{3C72DBDB-4D2A-F3DA-A7DD-526D88430CFD}"/>
          </ac:spMkLst>
        </pc:spChg>
        <pc:spChg chg="add mod">
          <ac:chgData name="Nelms, JP" userId="31985291-2432-4aa5-a91d-947fb203c179" providerId="ADAL" clId="{EECB6E60-C1A0-44E1-8931-A135A9943E76}" dt="2026-08-11T23:43:15.985" v="286" actId="14100"/>
          <ac:spMkLst>
            <pc:docMk/>
            <pc:sldMk cId="995457439" sldId="256"/>
            <ac:spMk id="57" creationId="{E54B9F49-78DD-409D-5A0A-787D94F314EC}"/>
          </ac:spMkLst>
        </pc:spChg>
        <pc:cxnChg chg="add mod">
          <ac:chgData name="Nelms, JP" userId="31985291-2432-4aa5-a91d-947fb203c179" providerId="ADAL" clId="{EECB6E60-C1A0-44E1-8931-A135A9943E76}" dt="2026-08-11T23:41:44.640" v="105" actId="1076"/>
          <ac:cxnSpMkLst>
            <pc:docMk/>
            <pc:sldMk cId="995457439" sldId="256"/>
            <ac:cxnSpMk id="47" creationId="{D6E08ED9-6439-EBF0-61A0-E7CE5FA51776}"/>
          </ac:cxnSpMkLst>
        </pc:cxnChg>
        <pc:cxnChg chg="add mod">
          <ac:chgData name="Nelms, JP" userId="31985291-2432-4aa5-a91d-947fb203c179" providerId="ADAL" clId="{EECB6E60-C1A0-44E1-8931-A135A9943E76}" dt="2026-08-11T23:42:02.113" v="110" actId="13822"/>
          <ac:cxnSpMkLst>
            <pc:docMk/>
            <pc:sldMk cId="995457439" sldId="256"/>
            <ac:cxnSpMk id="51" creationId="{2C9DE7DF-3C44-1E24-CDB1-12964F33B20C}"/>
          </ac:cxnSpMkLst>
        </pc:cxnChg>
        <pc:cxnChg chg="add mod">
          <ac:chgData name="Nelms, JP" userId="31985291-2432-4aa5-a91d-947fb203c179" providerId="ADAL" clId="{EECB6E60-C1A0-44E1-8931-A135A9943E76}" dt="2026-08-11T23:42:53.384" v="217" actId="14100"/>
          <ac:cxnSpMkLst>
            <pc:docMk/>
            <pc:sldMk cId="995457439" sldId="256"/>
            <ac:cxnSpMk id="55" creationId="{64ABF8BB-D4BB-2D8B-2641-C3EC8B6F0F93}"/>
          </ac:cxnSpMkLst>
        </pc:cxnChg>
        <pc:cxnChg chg="add del">
          <ac:chgData name="Nelms, JP" userId="31985291-2432-4aa5-a91d-947fb203c179" providerId="ADAL" clId="{EECB6E60-C1A0-44E1-8931-A135A9943E76}" dt="2026-08-11T23:43:41.663" v="288" actId="478"/>
          <ac:cxnSpMkLst>
            <pc:docMk/>
            <pc:sldMk cId="995457439" sldId="256"/>
            <ac:cxnSpMk id="59" creationId="{FF15981A-B7DF-5939-3E3C-A77D112656C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A1DE-7254-6D25-0869-C1CD5FA56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B4576-97C1-C34B-7AEC-184CA0D85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92D3-3DC1-F44A-6FF3-9B84CFA3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79F4C-6312-54A3-1DA1-053E4BD9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A2D0-F14F-AFA4-EB01-C2920D35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A372-B2A3-6886-33B7-5A49E262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DCE24-1AA0-D1A4-8BEC-4843BDFED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F396B-F66E-EE8D-2E3E-A134DAF3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3374-BA84-A703-4F66-5B47D8E8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38BDD-0273-C566-2B5F-79815AA6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6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3B6D-764F-1E75-1648-B5E92325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16556-F028-56DD-2CC9-C48C11B81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FB5B7-5C76-543D-8BCA-9E4D878A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CF8C-ECC2-692B-33B8-23832A53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6BFF-4C4E-3BDF-C195-708A7C9A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0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E0A0-5EBC-DB97-562B-D4DF40CF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40438-1D33-4769-A484-A6AB8A1C0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31D36-6D33-EED7-C1DB-9D4BD308D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D2E4D-ABA0-C1C5-0572-AC867E90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EC96C-918E-0749-8982-0E9D17DE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088C3-2102-7D65-9C9E-EF524459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9D6E-B729-B72A-8E5A-8D1EDF2A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5E0A2-18C3-D720-1382-43C5ED83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A8538-12CE-F2FB-EF0C-0AA1C2C2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DA25B-A412-BF71-4D4F-20D95B9AF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8CC2D-5459-4FAC-39D2-88B6C20B1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15D38-6B46-05C1-07C8-0E26C550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84922-CCB3-70E8-E29A-E51A0DE1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19151-EEE5-61EC-2EC6-ABA70BE4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C423-D601-06B2-5147-91AD24D9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C7A02-A42B-3E2B-F509-3E02B026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98100-63ED-DF2C-0234-EC1AF38E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CF3F5-83A8-AB66-9FC1-970EEE88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0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A1DDA-DFA6-9728-1F4C-CD33C508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3179-30E0-C451-14F2-59F4E54B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70F6D-1255-CF56-78FB-4BB43D48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9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212F-F5F8-F576-B884-6DAB8C6B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6DCF-1C60-1579-215F-476B2ED9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610D6-23D1-202B-E614-CCC4662F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77D38-1BDA-79DB-4599-B73530F6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292AD-FDCD-35C9-E6D6-20B4A5A3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108B-75E8-AFDA-E733-827F4788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82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B20D-7B62-8A76-7457-5C707E38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8B618-3F51-2D7E-50D0-28CED67A1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11D96-21AF-32C5-F46E-83A237D36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09087-C258-EAF9-6318-80B8F9A4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1FE82-053A-398C-A6FC-FC4CC2E5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18E9B-8862-FD9F-2547-AA191E51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9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AA02-F612-7880-8CC3-67B26401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91BA7-A656-B8BC-F829-1260465A2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D0E8-B0FA-C277-5216-2C91AFA4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9F22-C7E5-074E-8324-7A9E6D50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FB6-99D6-A7FC-F2DE-632DF417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5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2290E-162A-44CC-6CA9-AD3AB38C8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55076-4E34-27E0-00BA-DA6E2C313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CDDC-37C9-F7FE-1480-2DF16134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33F81-3249-1C8C-9D41-E30C57E7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A2957-DE82-8C0A-FE8F-BF573F00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0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3DD6D-105E-A1A7-7CCE-56C200FE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D3C6-24C1-1709-ADB2-837F564A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F5B27-65A1-C686-E033-86AC27C05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67D62-03D8-4447-BB40-C552CBC593E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F822-49C3-9AC7-4A91-1F8AABAB2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7CC2-B3B6-30AD-9C8D-F6A6983C9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7CEA6-ACE2-44DA-A442-EFBEAE60B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2987D6-C28E-DF18-A74E-8C0FB58872A5}"/>
              </a:ext>
            </a:extLst>
          </p:cNvPr>
          <p:cNvSpPr/>
          <p:nvPr/>
        </p:nvSpPr>
        <p:spPr>
          <a:xfrm>
            <a:off x="2750075" y="1467852"/>
            <a:ext cx="6098292" cy="3358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C5CA8-54FF-E399-7A0A-B543634F978D}"/>
              </a:ext>
            </a:extLst>
          </p:cNvPr>
          <p:cNvSpPr/>
          <p:nvPr/>
        </p:nvSpPr>
        <p:spPr>
          <a:xfrm>
            <a:off x="1961720" y="849085"/>
            <a:ext cx="7603958" cy="46201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7506B-5BB8-162B-B61C-0AC532035A6C}"/>
              </a:ext>
            </a:extLst>
          </p:cNvPr>
          <p:cNvSpPr/>
          <p:nvPr/>
        </p:nvSpPr>
        <p:spPr>
          <a:xfrm>
            <a:off x="4483768" y="2495692"/>
            <a:ext cx="2303188" cy="1350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7CAB4A-8F67-230D-FAB3-BA748D6D4DC5}"/>
              </a:ext>
            </a:extLst>
          </p:cNvPr>
          <p:cNvSpPr/>
          <p:nvPr/>
        </p:nvSpPr>
        <p:spPr>
          <a:xfrm>
            <a:off x="1961720" y="849085"/>
            <a:ext cx="3703435" cy="618767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North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BAE01-EBFB-0FAA-AED0-BCB301957319}"/>
              </a:ext>
            </a:extLst>
          </p:cNvPr>
          <p:cNvSpPr/>
          <p:nvPr/>
        </p:nvSpPr>
        <p:spPr>
          <a:xfrm>
            <a:off x="5681197" y="849084"/>
            <a:ext cx="3884481" cy="618767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North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055FE-4793-D731-D3AE-C70E54AD7D4D}"/>
              </a:ext>
            </a:extLst>
          </p:cNvPr>
          <p:cNvSpPr/>
          <p:nvPr/>
        </p:nvSpPr>
        <p:spPr>
          <a:xfrm>
            <a:off x="1977763" y="4826382"/>
            <a:ext cx="3460512" cy="618767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South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BCB4B-AE60-0A03-D7B4-FDD645ABD052}"/>
              </a:ext>
            </a:extLst>
          </p:cNvPr>
          <p:cNvSpPr/>
          <p:nvPr/>
        </p:nvSpPr>
        <p:spPr>
          <a:xfrm>
            <a:off x="5823284" y="4826381"/>
            <a:ext cx="3758436" cy="618767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South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45866-F015-94E2-A214-6497F31629B8}"/>
              </a:ext>
            </a:extLst>
          </p:cNvPr>
          <p:cNvSpPr/>
          <p:nvPr/>
        </p:nvSpPr>
        <p:spPr>
          <a:xfrm>
            <a:off x="8848367" y="1479882"/>
            <a:ext cx="717311" cy="1717080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East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E6B28-9EBB-AD35-7746-0A2F6B7F8811}"/>
              </a:ext>
            </a:extLst>
          </p:cNvPr>
          <p:cNvSpPr/>
          <p:nvPr/>
        </p:nvSpPr>
        <p:spPr>
          <a:xfrm>
            <a:off x="8864409" y="3196962"/>
            <a:ext cx="717311" cy="1605356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East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B8CC3-866B-EE06-7451-F132FFC30B86}"/>
              </a:ext>
            </a:extLst>
          </p:cNvPr>
          <p:cNvSpPr/>
          <p:nvPr/>
        </p:nvSpPr>
        <p:spPr>
          <a:xfrm>
            <a:off x="1975198" y="1461723"/>
            <a:ext cx="772312" cy="1717080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West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ADDF1-ABA2-832F-F3FC-D6239769313A}"/>
              </a:ext>
            </a:extLst>
          </p:cNvPr>
          <p:cNvSpPr/>
          <p:nvPr/>
        </p:nvSpPr>
        <p:spPr>
          <a:xfrm>
            <a:off x="1958152" y="3200303"/>
            <a:ext cx="786062" cy="1605356"/>
          </a:xfrm>
          <a:prstGeom prst="rect">
            <a:avLst/>
          </a:prstGeom>
          <a:solidFill>
            <a:srgbClr val="166588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West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FCCFE-A089-9D51-D37A-DEA44DBDBFBA}"/>
              </a:ext>
            </a:extLst>
          </p:cNvPr>
          <p:cNvSpPr/>
          <p:nvPr/>
        </p:nvSpPr>
        <p:spPr>
          <a:xfrm>
            <a:off x="5374542" y="4838412"/>
            <a:ext cx="647268" cy="618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Access Control Turnstile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9D638-E473-3F2F-CE4F-38DCF676A7FF}"/>
              </a:ext>
            </a:extLst>
          </p:cNvPr>
          <p:cNvSpPr/>
          <p:nvPr/>
        </p:nvSpPr>
        <p:spPr>
          <a:xfrm>
            <a:off x="4494652" y="3196963"/>
            <a:ext cx="1601347" cy="6497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0D3A-A7B6-A0BE-7BF8-A51CBA7B0DA4}"/>
              </a:ext>
            </a:extLst>
          </p:cNvPr>
          <p:cNvSpPr/>
          <p:nvPr/>
        </p:nvSpPr>
        <p:spPr>
          <a:xfrm>
            <a:off x="4494652" y="2495692"/>
            <a:ext cx="709865" cy="7012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9EBAB-192C-3CF2-6477-5AFC836BC518}"/>
              </a:ext>
            </a:extLst>
          </p:cNvPr>
          <p:cNvSpPr/>
          <p:nvPr/>
        </p:nvSpPr>
        <p:spPr>
          <a:xfrm>
            <a:off x="6090125" y="2495691"/>
            <a:ext cx="709865" cy="1350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Asset Room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40F94B-A88B-97BC-C2A2-D9EDA11AE46A}"/>
              </a:ext>
            </a:extLst>
          </p:cNvPr>
          <p:cNvCxnSpPr>
            <a:cxnSpLocks/>
          </p:cNvCxnSpPr>
          <p:nvPr/>
        </p:nvCxnSpPr>
        <p:spPr>
          <a:xfrm flipH="1">
            <a:off x="4307614" y="2826771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102044-2216-E5C3-68FC-9D29689CA0D1}"/>
              </a:ext>
            </a:extLst>
          </p:cNvPr>
          <p:cNvCxnSpPr>
            <a:cxnSpLocks/>
          </p:cNvCxnSpPr>
          <p:nvPr/>
        </p:nvCxnSpPr>
        <p:spPr>
          <a:xfrm flipH="1">
            <a:off x="5402989" y="3846664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FA502C8-4FF3-22E0-5029-F8E26ECE47BF}"/>
              </a:ext>
            </a:extLst>
          </p:cNvPr>
          <p:cNvCxnSpPr>
            <a:cxnSpLocks/>
          </p:cNvCxnSpPr>
          <p:nvPr/>
        </p:nvCxnSpPr>
        <p:spPr>
          <a:xfrm>
            <a:off x="4461505" y="3462034"/>
            <a:ext cx="0" cy="1952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851229-29C2-AAC8-8F40-62A65DD3E758}"/>
              </a:ext>
            </a:extLst>
          </p:cNvPr>
          <p:cNvCxnSpPr>
            <a:cxnSpLocks/>
          </p:cNvCxnSpPr>
          <p:nvPr/>
        </p:nvCxnSpPr>
        <p:spPr>
          <a:xfrm flipH="1">
            <a:off x="4804405" y="2471630"/>
            <a:ext cx="1930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CC24F0-69A9-23FF-4047-AE53F30155EC}"/>
              </a:ext>
            </a:extLst>
          </p:cNvPr>
          <p:cNvCxnSpPr>
            <a:cxnSpLocks/>
          </p:cNvCxnSpPr>
          <p:nvPr/>
        </p:nvCxnSpPr>
        <p:spPr>
          <a:xfrm flipH="1">
            <a:off x="5568632" y="2468455"/>
            <a:ext cx="1930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A3BDE4-CF5A-81C7-029F-86C3C701A8A4}"/>
              </a:ext>
            </a:extLst>
          </p:cNvPr>
          <p:cNvCxnSpPr>
            <a:cxnSpLocks/>
          </p:cNvCxnSpPr>
          <p:nvPr/>
        </p:nvCxnSpPr>
        <p:spPr>
          <a:xfrm flipH="1">
            <a:off x="5610450" y="3200303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8588D7-889C-DAB9-0BBF-B5341594EDDD}"/>
              </a:ext>
            </a:extLst>
          </p:cNvPr>
          <p:cNvCxnSpPr>
            <a:cxnSpLocks/>
          </p:cNvCxnSpPr>
          <p:nvPr/>
        </p:nvCxnSpPr>
        <p:spPr>
          <a:xfrm flipH="1">
            <a:off x="5006390" y="2794009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B349EA-22EF-24A3-8D2B-E3AD0CFC99E7}"/>
              </a:ext>
            </a:extLst>
          </p:cNvPr>
          <p:cNvCxnSpPr>
            <a:cxnSpLocks/>
          </p:cNvCxnSpPr>
          <p:nvPr/>
        </p:nvCxnSpPr>
        <p:spPr>
          <a:xfrm flipH="1">
            <a:off x="5903607" y="2769877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5EEFA3B-E47E-F423-59BD-D4647D08E79A}"/>
              </a:ext>
            </a:extLst>
          </p:cNvPr>
          <p:cNvSpPr/>
          <p:nvPr/>
        </p:nvSpPr>
        <p:spPr>
          <a:xfrm>
            <a:off x="4506407" y="3192157"/>
            <a:ext cx="709865" cy="6497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654805-86C4-84D0-58C1-590215EBD64B}"/>
              </a:ext>
            </a:extLst>
          </p:cNvPr>
          <p:cNvCxnSpPr>
            <a:cxnSpLocks/>
          </p:cNvCxnSpPr>
          <p:nvPr/>
        </p:nvCxnSpPr>
        <p:spPr>
          <a:xfrm flipH="1">
            <a:off x="5033108" y="3402735"/>
            <a:ext cx="187038" cy="235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5DD82D5C-45E7-ABCA-73A8-73CECAEEE28A}"/>
              </a:ext>
            </a:extLst>
          </p:cNvPr>
          <p:cNvSpPr/>
          <p:nvPr/>
        </p:nvSpPr>
        <p:spPr>
          <a:xfrm>
            <a:off x="7016988" y="2368867"/>
            <a:ext cx="1601347" cy="1538173"/>
          </a:xfrm>
          <a:prstGeom prst="ellipse">
            <a:avLst/>
          </a:prstGeom>
          <a:solidFill>
            <a:srgbClr val="946B04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East</a:t>
            </a:r>
            <a:br>
              <a:rPr lang="en-US" dirty="0"/>
            </a:br>
            <a:r>
              <a:rPr lang="en-US" dirty="0"/>
              <a:t>Radar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395102-18C3-C805-98A3-53667E12C86D}"/>
              </a:ext>
            </a:extLst>
          </p:cNvPr>
          <p:cNvSpPr/>
          <p:nvPr/>
        </p:nvSpPr>
        <p:spPr>
          <a:xfrm>
            <a:off x="2967993" y="3907043"/>
            <a:ext cx="5587368" cy="821723"/>
          </a:xfrm>
          <a:prstGeom prst="ellipse">
            <a:avLst/>
          </a:prstGeom>
          <a:solidFill>
            <a:srgbClr val="946B04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South Radar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4AC13E-B9BB-378A-604A-497F960EACB0}"/>
              </a:ext>
            </a:extLst>
          </p:cNvPr>
          <p:cNvSpPr/>
          <p:nvPr/>
        </p:nvSpPr>
        <p:spPr>
          <a:xfrm>
            <a:off x="2796343" y="1603066"/>
            <a:ext cx="5587368" cy="821723"/>
          </a:xfrm>
          <a:prstGeom prst="ellipse">
            <a:avLst/>
          </a:prstGeom>
          <a:solidFill>
            <a:srgbClr val="946B04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North Radar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D2DC147-D87D-E710-8DD5-E112B5189E24}"/>
              </a:ext>
            </a:extLst>
          </p:cNvPr>
          <p:cNvSpPr/>
          <p:nvPr/>
        </p:nvSpPr>
        <p:spPr>
          <a:xfrm>
            <a:off x="2780456" y="2402090"/>
            <a:ext cx="1601347" cy="1538173"/>
          </a:xfrm>
          <a:prstGeom prst="ellipse">
            <a:avLst/>
          </a:prstGeom>
          <a:solidFill>
            <a:srgbClr val="946B04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West</a:t>
            </a:r>
            <a:br>
              <a:rPr lang="en-US" dirty="0"/>
            </a:br>
            <a:r>
              <a:rPr lang="en-US" dirty="0"/>
              <a:t>Radar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1D8C30-047F-30BB-1D5C-DD688B882CA5}"/>
              </a:ext>
            </a:extLst>
          </p:cNvPr>
          <p:cNvSpPr txBox="1"/>
          <p:nvPr/>
        </p:nvSpPr>
        <p:spPr>
          <a:xfrm>
            <a:off x="5283200" y="2686050"/>
            <a:ext cx="73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Hallway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DC17A2-E457-A755-D054-20281A912D96}"/>
              </a:ext>
            </a:extLst>
          </p:cNvPr>
          <p:cNvSpPr txBox="1"/>
          <p:nvPr/>
        </p:nvSpPr>
        <p:spPr>
          <a:xfrm>
            <a:off x="5332995" y="3378984"/>
            <a:ext cx="73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South Room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9699B7-ED38-39D4-0EF5-922A1BE01192}"/>
              </a:ext>
            </a:extLst>
          </p:cNvPr>
          <p:cNvSpPr txBox="1"/>
          <p:nvPr/>
        </p:nvSpPr>
        <p:spPr>
          <a:xfrm>
            <a:off x="4518131" y="3264446"/>
            <a:ext cx="73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Security Room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3B3D8A-7B30-3B95-EDC7-80E8EB28846F}"/>
              </a:ext>
            </a:extLst>
          </p:cNvPr>
          <p:cNvSpPr txBox="1"/>
          <p:nvPr/>
        </p:nvSpPr>
        <p:spPr>
          <a:xfrm>
            <a:off x="4505536" y="2634374"/>
            <a:ext cx="73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West Room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E08ED9-6439-EBF0-61A0-E7CE5FA51776}"/>
              </a:ext>
            </a:extLst>
          </p:cNvPr>
          <p:cNvCxnSpPr>
            <a:cxnSpLocks/>
          </p:cNvCxnSpPr>
          <p:nvPr/>
        </p:nvCxnSpPr>
        <p:spPr>
          <a:xfrm>
            <a:off x="2054244" y="498909"/>
            <a:ext cx="992795" cy="928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367397D-3A7B-E025-CBFE-82E52B08C5D2}"/>
              </a:ext>
            </a:extLst>
          </p:cNvPr>
          <p:cNvSpPr txBox="1"/>
          <p:nvPr/>
        </p:nvSpPr>
        <p:spPr>
          <a:xfrm>
            <a:off x="1297249" y="170370"/>
            <a:ext cx="4292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Fence sensor in each perimeter sector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C9DE7DF-3C44-1E24-CDB1-12964F33B20C}"/>
              </a:ext>
            </a:extLst>
          </p:cNvPr>
          <p:cNvCxnSpPr>
            <a:cxnSpLocks/>
          </p:cNvCxnSpPr>
          <p:nvPr/>
        </p:nvCxnSpPr>
        <p:spPr>
          <a:xfrm flipH="1">
            <a:off x="6163608" y="460611"/>
            <a:ext cx="1272764" cy="711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C72DBDB-4D2A-F3DA-A7DD-526D88430CFD}"/>
              </a:ext>
            </a:extLst>
          </p:cNvPr>
          <p:cNvSpPr txBox="1"/>
          <p:nvPr/>
        </p:nvSpPr>
        <p:spPr>
          <a:xfrm>
            <a:off x="7568435" y="87592"/>
            <a:ext cx="399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Sectors have continual radar coverage providing detection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4ABF8BB-D4BB-2D8B-2641-C3EC8B6F0F93}"/>
              </a:ext>
            </a:extLst>
          </p:cNvPr>
          <p:cNvCxnSpPr>
            <a:cxnSpLocks/>
          </p:cNvCxnSpPr>
          <p:nvPr/>
        </p:nvCxnSpPr>
        <p:spPr>
          <a:xfrm flipH="1" flipV="1">
            <a:off x="5970606" y="5202689"/>
            <a:ext cx="1164101" cy="696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54B9F49-78DD-409D-5A0A-787D94F314EC}"/>
              </a:ext>
            </a:extLst>
          </p:cNvPr>
          <p:cNvSpPr txBox="1"/>
          <p:nvPr/>
        </p:nvSpPr>
        <p:spPr>
          <a:xfrm>
            <a:off x="7294574" y="6015789"/>
            <a:ext cx="301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true “valid” entries pass through the turnstile</a:t>
            </a:r>
          </a:p>
        </p:txBody>
      </p:sp>
    </p:spTree>
    <p:extLst>
      <p:ext uri="{BB962C8B-B14F-4D97-AF65-F5344CB8AC3E}">
        <p14:creationId xmlns:p14="http://schemas.microsoft.com/office/powerpoint/2010/main" val="99545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Nelms, JP</dc:creator>
  <cp:lastModifiedBy>Nelms, JP</cp:lastModifiedBy>
  <cp:revision>1</cp:revision>
  <dcterms:created xsi:type="dcterms:W3CDTF">2026-08-11T23:31:18Z</dcterms:created>
  <dcterms:modified xsi:type="dcterms:W3CDTF">2026-08-11T23:43:47Z</dcterms:modified>
</cp:coreProperties>
</file>